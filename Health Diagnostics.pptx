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6" r:id="rId3"/>
    <p:sldId id="257" r:id="rId4"/>
    <p:sldId id="266" r:id="rId5"/>
    <p:sldId id="267" r:id="rId6"/>
    <p:sldId id="258" r:id="rId7"/>
    <p:sldId id="259" r:id="rId8"/>
    <p:sldId id="260" r:id="rId9"/>
    <p:sldId id="268" r:id="rId10"/>
    <p:sldId id="261" r:id="rId11"/>
    <p:sldId id="262" r:id="rId12"/>
    <p:sldId id="263" r:id="rId13"/>
    <p:sldId id="264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DDBD9-50D0-F185-C9AD-C99FE081F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B3834-FB32-DA87-CEA9-D8DC90150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Model-1 tells us if values are High / Low / Normal.</a:t>
            </a:r>
            <a:br>
              <a:rPr lang="en-US" dirty="0"/>
            </a:br>
            <a:r>
              <a:rPr lang="en-US" dirty="0"/>
              <a:t>Model-2 answers:</a:t>
            </a:r>
            <a:br>
              <a:rPr lang="en-US" dirty="0"/>
            </a:br>
            <a:r>
              <a:rPr lang="en-US" b="1" dirty="0"/>
              <a:t>“What does this combination of values mean?”</a:t>
            </a:r>
            <a:br>
              <a:rPr lang="en-US" dirty="0"/>
            </a:br>
            <a:r>
              <a:rPr lang="en-US" dirty="0"/>
              <a:t>Model-3 answers:</a:t>
            </a:r>
            <a:br>
              <a:rPr lang="en-US" dirty="0"/>
            </a:br>
            <a:r>
              <a:rPr lang="en-US" b="1" dirty="0"/>
              <a:t>“Does age or gender change the interpretation?”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0468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2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Pattern Recognition &amp; Contextual Analysis</a:t>
            </a:r>
          </a:p>
          <a:p>
            <a:r>
              <a:t>Goals &amp;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Model-2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correlations and calculate health risk scores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1B4F6-3716-137B-28CE-C4C1EA6D1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Step-1: Define Medical Patterns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80CC97-C27A-FDC9-C650-6BADE70B63E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948781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45793725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2232322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Pattern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359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Glucose + High Cholesterol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Diabetes + Cardio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681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LDL / HDL ratio &gt; 3.5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Heart disease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020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WBC + Low Hemoglobin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Infection / anemia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088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Platelets &lt; 150k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Bleeding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241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0132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4FB4-9EC1-05D7-4C3C-F43A1E17D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Step-2: Implement Model-2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129F9-D1D7-B169-F25A-188E94871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models/model2_pattern_engine.py</a:t>
            </a:r>
          </a:p>
        </p:txBody>
      </p:sp>
    </p:spTree>
    <p:extLst>
      <p:ext uri="{BB962C8B-B14F-4D97-AF65-F5344CB8AC3E}">
        <p14:creationId xmlns:p14="http://schemas.microsoft.com/office/powerpoint/2010/main" val="3732649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Glucose + High Cholesterol → Diabetes &amp; Cardio Risk</a:t>
            </a:r>
          </a:p>
          <a:p>
            <a:r>
              <a:t>WBC High + Hemoglobin Low → Infection/Anemia</a:t>
            </a:r>
          </a:p>
          <a:p>
            <a:r>
              <a:t>Low Platelets → Bleeding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Scoring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Glucose &gt;126 → +1</a:t>
            </a:r>
          </a:p>
          <a:p>
            <a:r>
              <a:t>Cholesterol &gt;240 → +1</a:t>
            </a:r>
          </a:p>
          <a:p>
            <a:r>
              <a:t>WBC &gt;11000 → +1</a:t>
            </a:r>
          </a:p>
          <a:p>
            <a:r>
              <a:t>Platelets &lt;150k → +1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Model-3 Context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 &gt;60 → Adjust Hemoglobin</a:t>
            </a:r>
          </a:p>
          <a:p>
            <a:r>
              <a:t>Context improves interpretation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9C159-F59F-D650-9B0A-17AB39F85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Step-3: Implement Model-3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CAC1E-1712-3562-7301-BE42452A7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models/model3_context_engine.py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458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Model-1 → Status</a:t>
            </a:r>
          </a:p>
          <a:p>
            <a:r>
              <a:t>Model-2 → Patterns + Risk</a:t>
            </a:r>
          </a:p>
          <a:p>
            <a:r>
              <a:t>Model-3 → Context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Pattern Accuracy</a:t>
            </a:r>
          </a:p>
          <a:p>
            <a:r>
              <a:t>Risk Score Plausibility</a:t>
            </a:r>
          </a:p>
          <a:p>
            <a:r>
              <a:t>Expert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&gt;85% Pattern Accuracy</a:t>
            </a:r>
          </a:p>
          <a:p>
            <a:r>
              <a:t>&gt;90% Risk Plausibility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Hb=11, WBC=14000, Platelets=140k</a:t>
            </a:r>
          </a:p>
          <a:p>
            <a:r>
              <a:t>Glucose=150, Chol=260</a:t>
            </a:r>
          </a:p>
          <a:p>
            <a:r>
              <a:t>Risk Score=4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842C1-2B2B-2093-64D9-827A61DF3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F209A-9B35-18F0-7E7B-4256C158D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Up to Milestone 2:</a:t>
            </a:r>
          </a:p>
          <a:p>
            <a:r>
              <a:rPr lang="en-US" dirty="0"/>
              <a:t>Model-1 → tells </a:t>
            </a:r>
            <a:r>
              <a:rPr lang="en-US" b="1" dirty="0"/>
              <a:t>what is high / low / normal</a:t>
            </a:r>
            <a:endParaRPr lang="en-US" dirty="0"/>
          </a:p>
          <a:p>
            <a:r>
              <a:rPr lang="en-US" dirty="0"/>
              <a:t>Model-2 → tells </a:t>
            </a:r>
            <a:r>
              <a:rPr lang="en-US" b="1" dirty="0"/>
              <a:t>what pattern / risk exists</a:t>
            </a:r>
            <a:endParaRPr lang="en-US" dirty="0"/>
          </a:p>
          <a:p>
            <a:r>
              <a:rPr lang="en-US" dirty="0"/>
              <a:t>Model-3 → adjusts interpretation using </a:t>
            </a:r>
            <a:r>
              <a:rPr lang="en-US" b="1" dirty="0"/>
              <a:t>age &amp; gender</a:t>
            </a:r>
            <a:endParaRPr lang="en-US" dirty="0"/>
          </a:p>
          <a:p>
            <a:r>
              <a:rPr lang="en-US" dirty="0"/>
              <a:t>👉 </a:t>
            </a:r>
            <a:r>
              <a:rPr lang="en-US" b="1" dirty="0"/>
              <a:t>Milestone 3 answers:</a:t>
            </a:r>
            <a:endParaRPr lang="en-US" dirty="0"/>
          </a:p>
          <a:p>
            <a:r>
              <a:rPr lang="en-US" i="1" dirty="0"/>
              <a:t>What does all this mean together?</a:t>
            </a:r>
            <a:endParaRPr lang="en-US" dirty="0"/>
          </a:p>
          <a:p>
            <a:r>
              <a:rPr lang="en-US" i="1" dirty="0"/>
              <a:t>What should the patient do next?</a:t>
            </a:r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7947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B32D8-7744-B828-2712-5020ACF40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Findings Synthesis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1B8D5-55EC-7847-4F32-59F2AF757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Synthesis?</a:t>
            </a:r>
          </a:p>
          <a:p>
            <a:r>
              <a:rPr lang="en-US" dirty="0"/>
              <a:t>Combining multiple model outputs into </a:t>
            </a:r>
            <a:r>
              <a:rPr lang="en-US" b="1" dirty="0"/>
              <a:t>one clear medical-style summary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6389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5D8D3-3D90-FB4B-0F89-CB18F16D6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20D12-CA36-26AB-C659-02E83D51C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model1_output = {</a:t>
            </a:r>
          </a:p>
          <a:p>
            <a:pPr marL="0" indent="0">
              <a:buNone/>
            </a:pPr>
            <a:r>
              <a:rPr lang="en-IN" dirty="0"/>
              <a:t>  "Glucose": "High",</a:t>
            </a:r>
          </a:p>
          <a:p>
            <a:pPr marL="0" indent="0">
              <a:buNone/>
            </a:pPr>
            <a:r>
              <a:rPr lang="en-IN" dirty="0"/>
              <a:t>  "Cholesterol": "High",</a:t>
            </a:r>
          </a:p>
          <a:p>
            <a:pPr marL="0" indent="0">
              <a:buNone/>
            </a:pPr>
            <a:r>
              <a:rPr lang="en-IN" dirty="0"/>
              <a:t>  "</a:t>
            </a:r>
            <a:r>
              <a:rPr lang="en-IN" dirty="0" err="1"/>
              <a:t>Hemoglobin</a:t>
            </a:r>
            <a:r>
              <a:rPr lang="en-IN" dirty="0"/>
              <a:t>": "Low"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model2_output = {</a:t>
            </a:r>
          </a:p>
          <a:p>
            <a:pPr marL="0" indent="0">
              <a:buNone/>
            </a:pPr>
            <a:r>
              <a:rPr lang="en-IN" dirty="0"/>
              <a:t>  "patterns": ["Diabetes Risk", "Cardiovascular Risk"],</a:t>
            </a:r>
          </a:p>
          <a:p>
            <a:pPr marL="0" indent="0">
              <a:buNone/>
            </a:pPr>
            <a:r>
              <a:rPr lang="en-IN" dirty="0"/>
              <a:t>  "</a:t>
            </a:r>
            <a:r>
              <a:rPr lang="en-IN" dirty="0" err="1"/>
              <a:t>risk_score</a:t>
            </a:r>
            <a:r>
              <a:rPr lang="en-IN" dirty="0"/>
              <a:t>": 6,</a:t>
            </a:r>
          </a:p>
          <a:p>
            <a:pPr marL="0" indent="0">
              <a:buNone/>
            </a:pPr>
            <a:r>
              <a:rPr lang="en-IN" dirty="0"/>
              <a:t>  "</a:t>
            </a:r>
            <a:r>
              <a:rPr lang="en-IN" dirty="0" err="1"/>
              <a:t>risk_level</a:t>
            </a:r>
            <a:r>
              <a:rPr lang="en-IN" dirty="0"/>
              <a:t>": "High"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model3_context = {</a:t>
            </a:r>
          </a:p>
          <a:p>
            <a:pPr marL="0" indent="0">
              <a:buNone/>
            </a:pPr>
            <a:r>
              <a:rPr lang="en-IN" dirty="0"/>
              <a:t>  "age": 55,</a:t>
            </a:r>
          </a:p>
          <a:p>
            <a:pPr marL="0" indent="0">
              <a:buNone/>
            </a:pPr>
            <a:r>
              <a:rPr lang="en-IN" dirty="0"/>
              <a:t>  "gender": "Male"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1216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EC61B-3C9A-BD1F-91AA-81A2A1AF7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 Output of Synthesis Engine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EEC1D-012A-3EC3-735D-F8385C5F6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"</a:t>
            </a:r>
            <a:r>
              <a:rPr lang="en-IN" dirty="0" err="1"/>
              <a:t>key_findings</a:t>
            </a:r>
            <a:r>
              <a:rPr lang="en-IN" dirty="0"/>
              <a:t>": [</a:t>
            </a:r>
          </a:p>
          <a:p>
            <a:pPr marL="0" indent="0">
              <a:buNone/>
            </a:pPr>
            <a:r>
              <a:rPr lang="en-IN" dirty="0"/>
              <a:t>    "Elevated blood glucose indicating diabetes risk",</a:t>
            </a:r>
          </a:p>
          <a:p>
            <a:pPr marL="0" indent="0">
              <a:buNone/>
            </a:pPr>
            <a:r>
              <a:rPr lang="en-IN" dirty="0"/>
              <a:t>    "High cholesterol increasing cardiovascular risk",</a:t>
            </a:r>
          </a:p>
          <a:p>
            <a:pPr marL="0" indent="0">
              <a:buNone/>
            </a:pPr>
            <a:r>
              <a:rPr lang="en-IN" dirty="0"/>
              <a:t>    "Low </a:t>
            </a:r>
            <a:r>
              <a:rPr lang="en-IN" dirty="0" err="1"/>
              <a:t>hemoglobin</a:t>
            </a:r>
            <a:r>
              <a:rPr lang="en-IN" dirty="0"/>
              <a:t> suggesting </a:t>
            </a:r>
            <a:r>
              <a:rPr lang="en-IN" dirty="0" err="1"/>
              <a:t>anemia</a:t>
            </a:r>
            <a:r>
              <a:rPr lang="en-IN" dirty="0"/>
              <a:t>"</a:t>
            </a:r>
          </a:p>
          <a:p>
            <a:pPr marL="0" indent="0">
              <a:buNone/>
            </a:pPr>
            <a:r>
              <a:rPr lang="en-IN" dirty="0"/>
              <a:t>  ],</a:t>
            </a:r>
          </a:p>
          <a:p>
            <a:pPr marL="0" indent="0">
              <a:buNone/>
            </a:pPr>
            <a:r>
              <a:rPr lang="en-IN" dirty="0"/>
              <a:t>  "</a:t>
            </a:r>
            <a:r>
              <a:rPr lang="en-IN" dirty="0" err="1"/>
              <a:t>overall_risk</a:t>
            </a:r>
            <a:r>
              <a:rPr lang="en-IN" dirty="0"/>
              <a:t>": "High",</a:t>
            </a:r>
          </a:p>
          <a:p>
            <a:pPr marL="0" indent="0">
              <a:buNone/>
            </a:pPr>
            <a:r>
              <a:rPr lang="en-IN" dirty="0"/>
              <a:t>  "</a:t>
            </a:r>
            <a:r>
              <a:rPr lang="en-IN" dirty="0" err="1"/>
              <a:t>affected_systems</a:t>
            </a:r>
            <a:r>
              <a:rPr lang="en-IN" dirty="0"/>
              <a:t>": ["Metabolic", "Cardiovascular", "Hematologic"]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8224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E7B2A-93F4-31F7-C268-F75C0B1B8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C6CB4-C8A9-7E99-0321-CC0841806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def </a:t>
            </a:r>
            <a:r>
              <a:rPr lang="en-IN" dirty="0" err="1"/>
              <a:t>synthesize_findings</a:t>
            </a:r>
            <a:r>
              <a:rPr lang="en-IN" dirty="0"/>
              <a:t>(model1, model2):</a:t>
            </a:r>
          </a:p>
          <a:p>
            <a:pPr marL="0" indent="0">
              <a:buNone/>
            </a:pPr>
            <a:r>
              <a:rPr lang="en-IN" dirty="0"/>
              <a:t>    findings = []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model1.get("Glucose") == "High":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findings.append</a:t>
            </a:r>
            <a:r>
              <a:rPr lang="en-IN" dirty="0"/>
              <a:t>("Elevated blood glucose indicating diabetes risk")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model1.get("Cholesterol") == "High":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findings.append</a:t>
            </a:r>
            <a:r>
              <a:rPr lang="en-IN" dirty="0"/>
              <a:t>("High cholesterol increasing cardiovascular risk")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model1.get("</a:t>
            </a:r>
            <a:r>
              <a:rPr lang="en-IN" dirty="0" err="1"/>
              <a:t>Hemoglobin</a:t>
            </a:r>
            <a:r>
              <a:rPr lang="en-IN" dirty="0"/>
              <a:t>") == "Low":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findings.append</a:t>
            </a:r>
            <a:r>
              <a:rPr lang="en-IN" dirty="0"/>
              <a:t>("Low </a:t>
            </a:r>
            <a:r>
              <a:rPr lang="en-IN" dirty="0" err="1"/>
              <a:t>hemoglobin</a:t>
            </a:r>
            <a:r>
              <a:rPr lang="en-IN" dirty="0"/>
              <a:t> suggesting </a:t>
            </a:r>
            <a:r>
              <a:rPr lang="en-IN" dirty="0" err="1"/>
              <a:t>anemia</a:t>
            </a:r>
            <a:r>
              <a:rPr lang="en-IN" dirty="0"/>
              <a:t>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summary = {</a:t>
            </a:r>
          </a:p>
          <a:p>
            <a:pPr marL="0" indent="0">
              <a:buNone/>
            </a:pPr>
            <a:r>
              <a:rPr lang="en-IN" dirty="0"/>
              <a:t>        "</a:t>
            </a:r>
            <a:r>
              <a:rPr lang="en-IN" dirty="0" err="1"/>
              <a:t>key_findings</a:t>
            </a:r>
            <a:r>
              <a:rPr lang="en-IN" dirty="0"/>
              <a:t>": findings,</a:t>
            </a:r>
          </a:p>
          <a:p>
            <a:pPr marL="0" indent="0">
              <a:buNone/>
            </a:pPr>
            <a:r>
              <a:rPr lang="en-IN" dirty="0"/>
              <a:t>        "</a:t>
            </a:r>
            <a:r>
              <a:rPr lang="en-IN" dirty="0" err="1"/>
              <a:t>overall_risk</a:t>
            </a:r>
            <a:r>
              <a:rPr lang="en-IN" dirty="0"/>
              <a:t>": model2.get("</a:t>
            </a:r>
            <a:r>
              <a:rPr lang="en-IN" dirty="0" err="1"/>
              <a:t>risk_level</a:t>
            </a:r>
            <a:r>
              <a:rPr lang="en-IN" dirty="0"/>
              <a:t>"),</a:t>
            </a:r>
          </a:p>
          <a:p>
            <a:pPr marL="0" indent="0">
              <a:buNone/>
            </a:pPr>
            <a:r>
              <a:rPr lang="en-IN" dirty="0"/>
              <a:t>        "</a:t>
            </a:r>
            <a:r>
              <a:rPr lang="en-IN" dirty="0" err="1"/>
              <a:t>risk_score</a:t>
            </a:r>
            <a:r>
              <a:rPr lang="en-IN" dirty="0"/>
              <a:t>": model2.get("</a:t>
            </a:r>
            <a:r>
              <a:rPr lang="en-IN" dirty="0" err="1"/>
              <a:t>risk_score</a:t>
            </a:r>
            <a:r>
              <a:rPr lang="en-IN" dirty="0"/>
              <a:t>")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summary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1782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16019-EC06-9F9B-2711-5CD11DB2D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/>
              <a:t>Personalized Recommendation Generator (Core of Milestone 3)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6D6AC9F-EAD2-EB70-F2ED-9980BC22EE8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3131661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84547539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7768626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Recommendation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102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glucose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Reduce sugar, exercise, HbA1c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489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cholesterol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Low-fat diet, cardio exercise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40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 </a:t>
                      </a:r>
                      <a:r>
                        <a:rPr lang="en-IN" dirty="0" err="1"/>
                        <a:t>hemoglobin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Iron-rich diet, ferritin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28730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8B4F3E5-CF7D-3336-18AA-CCA40FB4AD60}"/>
              </a:ext>
            </a:extLst>
          </p:cNvPr>
          <p:cNvSpPr txBox="1"/>
          <p:nvPr/>
        </p:nvSpPr>
        <p:spPr>
          <a:xfrm>
            <a:off x="757084" y="1936955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findings →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 advice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920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2647B-B9BC-43D4-02AE-C27C2E9A5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 Engine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CC3A8-89B3-9585-ECCB-A25B0BAF8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generate_recommendations</a:t>
            </a:r>
            <a:r>
              <a:rPr lang="en-US" dirty="0"/>
              <a:t>(summary, context):</a:t>
            </a:r>
          </a:p>
          <a:p>
            <a:pPr marL="0" indent="0">
              <a:buNone/>
            </a:pPr>
            <a:r>
              <a:rPr lang="en-US" dirty="0"/>
              <a:t>    recommendations = []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for finding in summary["</a:t>
            </a:r>
            <a:r>
              <a:rPr lang="en-US" dirty="0" err="1"/>
              <a:t>key_findings</a:t>
            </a:r>
            <a:r>
              <a:rPr lang="en-US" dirty="0"/>
              <a:t>"]: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if "glucose" in </a:t>
            </a:r>
            <a:r>
              <a:rPr lang="en-US" dirty="0" err="1"/>
              <a:t>finding.lower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recommendations.append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            "Reduce intake of sugary foods, increase physical activity, and consider HbA1c testing."</a:t>
            </a:r>
          </a:p>
          <a:p>
            <a:pPr marL="0" indent="0">
              <a:buNone/>
            </a:pPr>
            <a:r>
              <a:rPr lang="en-US" dirty="0"/>
              <a:t>            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if "cholesterol" in </a:t>
            </a:r>
            <a:r>
              <a:rPr lang="en-US" dirty="0" err="1"/>
              <a:t>finding.lower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recommendations.append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            "Adopt a low-fat diet, include daily walking, and consult a physician for lipid management."</a:t>
            </a:r>
          </a:p>
          <a:p>
            <a:pPr marL="0" indent="0">
              <a:buNone/>
            </a:pPr>
            <a:r>
              <a:rPr lang="en-US" dirty="0"/>
              <a:t>            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if "hemoglobin" in </a:t>
            </a:r>
            <a:r>
              <a:rPr lang="en-US" dirty="0" err="1"/>
              <a:t>finding.lower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recommendations.append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            "Increase iron-rich foods like spinach and dates; consult doctor if fatigue persists."</a:t>
            </a:r>
          </a:p>
          <a:p>
            <a:pPr marL="0" indent="0">
              <a:buNone/>
            </a:pPr>
            <a:r>
              <a:rPr lang="en-US" dirty="0"/>
              <a:t>            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return recommendations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3652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9F065-D1EA-8E92-998B-63FB5FB66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Full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1C78E-1AA4-4E6F-D7BB-E0EC3904D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summary = {</a:t>
            </a:r>
          </a:p>
          <a:p>
            <a:r>
              <a:rPr lang="en-US" dirty="0"/>
              <a:t>  "</a:t>
            </a:r>
            <a:r>
              <a:rPr lang="en-US" dirty="0" err="1"/>
              <a:t>key_findings</a:t>
            </a:r>
            <a:r>
              <a:rPr lang="en-US" dirty="0"/>
              <a:t>": [</a:t>
            </a:r>
          </a:p>
          <a:p>
            <a:r>
              <a:rPr lang="en-US" dirty="0"/>
              <a:t>    "Elevated blood glucose indicating diabetes risk",</a:t>
            </a:r>
          </a:p>
          <a:p>
            <a:r>
              <a:rPr lang="en-US" dirty="0"/>
              <a:t>    "High cholesterol increasing cardiovascular risk"</a:t>
            </a:r>
          </a:p>
          <a:p>
            <a:r>
              <a:rPr lang="en-US" dirty="0"/>
              <a:t>  ],</a:t>
            </a:r>
          </a:p>
          <a:p>
            <a:r>
              <a:rPr lang="en-US" dirty="0"/>
              <a:t>  "</a:t>
            </a:r>
            <a:r>
              <a:rPr lang="en-US" dirty="0" err="1"/>
              <a:t>risk_level</a:t>
            </a:r>
            <a:r>
              <a:rPr lang="en-US" dirty="0"/>
              <a:t>": "High"</a:t>
            </a:r>
          </a:p>
          <a:p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1519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F7C21-DFF7-976E-2BAA-9146387E6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CA58C-6736-5A6F-057D-4F3D3C501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Summary:</a:t>
            </a:r>
          </a:p>
          <a:p>
            <a:r>
              <a:rPr lang="en-US" dirty="0"/>
              <a:t>Patient shows high metabolic and cardiovascular risk due to elevated glucose and cholesterol levels.</a:t>
            </a:r>
          </a:p>
          <a:p>
            <a:endParaRPr lang="en-US" dirty="0"/>
          </a:p>
          <a:p>
            <a:r>
              <a:rPr lang="en-US" dirty="0"/>
              <a:t>Recommendations:</a:t>
            </a:r>
          </a:p>
          <a:p>
            <a:r>
              <a:rPr lang="en-US" dirty="0"/>
              <a:t>• Reduce sugar intake and perform regular exercise</a:t>
            </a:r>
          </a:p>
          <a:p>
            <a:r>
              <a:rPr lang="en-US" dirty="0"/>
              <a:t>• Follow a low-fat diet and daily brisk walking</a:t>
            </a:r>
          </a:p>
          <a:p>
            <a:r>
              <a:rPr lang="en-US" dirty="0"/>
              <a:t>• Schedule follow-up blood tests in 3 months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1314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23139</TotalTime>
  <Words>846</Words>
  <Application>Microsoft Office PowerPoint</Application>
  <PresentationFormat>On-screen Show (4:3)</PresentationFormat>
  <Paragraphs>153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 </vt:lpstr>
      <vt:lpstr>Milestone 2 Overview</vt:lpstr>
      <vt:lpstr>Model-2 Purpose</vt:lpstr>
      <vt:lpstr>Step-1: Define Medical Patterns</vt:lpstr>
      <vt:lpstr>Step-2: Implement Model-2</vt:lpstr>
      <vt:lpstr>Medical Patterns</vt:lpstr>
      <vt:lpstr>Risk Scoring Logic</vt:lpstr>
      <vt:lpstr>Model-3 Context Engine</vt:lpstr>
      <vt:lpstr>Step-3: Implement Model-3</vt:lpstr>
      <vt:lpstr>Integration</vt:lpstr>
      <vt:lpstr>Evaluation Plan</vt:lpstr>
      <vt:lpstr>Success Criteria</vt:lpstr>
      <vt:lpstr>Example</vt:lpstr>
      <vt:lpstr>PowerPoint Presentation</vt:lpstr>
      <vt:lpstr>Findings Synthesis Engine</vt:lpstr>
      <vt:lpstr>Inputs</vt:lpstr>
      <vt:lpstr> Output of Synthesis Engine </vt:lpstr>
      <vt:lpstr>PowerPoint Presentation</vt:lpstr>
      <vt:lpstr>Personalized Recommendation Generator (Core of Milestone 3) </vt:lpstr>
      <vt:lpstr>Recommendation Engine Logic</vt:lpstr>
      <vt:lpstr>Full Example </vt:lpstr>
      <vt:lpstr>output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Hemalatha</dc:creator>
  <cp:keywords/>
  <dc:description>generated using python-pptx</dc:description>
  <cp:lastModifiedBy>Hemalatha Vigneshwar</cp:lastModifiedBy>
  <cp:revision>3</cp:revision>
  <dcterms:created xsi:type="dcterms:W3CDTF">2013-01-27T09:14:16Z</dcterms:created>
  <dcterms:modified xsi:type="dcterms:W3CDTF">2026-01-30T13:52:06Z</dcterms:modified>
  <cp:category/>
</cp:coreProperties>
</file>
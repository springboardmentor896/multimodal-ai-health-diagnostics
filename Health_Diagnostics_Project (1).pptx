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Multi-Model AI Agent for Automated Health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Reads blood reports</a:t>
            </a:r>
          </a:p>
          <a:p>
            <a:r>
              <a:t>• Detects abnormal values</a:t>
            </a:r>
          </a:p>
          <a:p>
            <a:r>
              <a:t>• Generates health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interpretation is slow and error-prone.</a:t>
            </a:r>
          </a:p>
          <a:p>
            <a:r>
              <a:t>We automate blood report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OCR → Parameter Check → Pattern Detection → Recommendations →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Parser</a:t>
            </a:r>
          </a:p>
          <a:p>
            <a:r>
              <a:t>Data Extraction</a:t>
            </a:r>
          </a:p>
          <a:p>
            <a:r>
              <a:t>Model 1: Parameter Interpretation</a:t>
            </a:r>
          </a:p>
          <a:p>
            <a:r>
              <a:t>Model 2: Risk Detection</a:t>
            </a:r>
          </a:p>
          <a:p>
            <a:r>
              <a:t>Model 3: Contextual Analysis</a:t>
            </a:r>
          </a:p>
          <a:p>
            <a:r>
              <a:t>Report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Week1-2: Data ingestion</a:t>
            </a:r>
          </a:p>
          <a:p>
            <a:r>
              <a:t>Week3-4: Pattern recognition</a:t>
            </a:r>
          </a:p>
          <a:p>
            <a:r>
              <a:t>Week5-6: Recommendation</a:t>
            </a:r>
          </a:p>
          <a:p>
            <a:r>
              <a:t>Week7-8: Full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OCR, ML models,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blood report</a:t>
            </a:r>
          </a:p>
          <a:p>
            <a:r>
              <a:t>Get risk summary + lifestyle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
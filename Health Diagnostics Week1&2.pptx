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FBAC-AD4D-3964-9983-9BDCC4734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EC855-AD2B-B614-32BD-31F15AB5A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1B19A-00E5-6E60-2EC8-BD8D1EDB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40EB-C4D8-F3B6-D375-1C70B2C6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20599-0798-5412-E784-E29C7172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02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2A54-FFE7-45ED-BE65-6E3E9A53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7CB50-5C57-11E8-CD52-9E4D5CE4F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5D37E-0A3F-A5E6-6EF4-762AF43D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93C4-A003-0A2B-F7AC-67B923B0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081F6-6C08-CFAE-027C-699D7129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3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031C-E1AF-BE29-3479-A0DDC4A4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2F1E3-153A-7B87-6FC7-C3B4C697D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FF085-7663-596A-6AEB-78B343F72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555DD-A609-7A9D-0D45-EA915613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D7561-FBA5-2DC9-8918-284E12AA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9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285E-4AC5-04FD-BB4C-6DEF67E4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3780-9588-0290-4379-5AC983185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2F245-B6F7-CBB1-D729-3387A9890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4BDC4-2655-54EA-1ABC-42B18DCC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E3AC7-7542-C0A4-40E9-729E1615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9A3E0-3AF1-419D-09C1-E99FFAA3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3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F65B-6D00-1F80-88CF-75A49097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2711B-6F02-6995-0CC0-6FE55B4AB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A99E2-575E-A595-31F8-D0C2E188D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E6884-8D59-0A50-45A5-AAB62E477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E22C4-6D6D-122F-8CD2-73FA09CAF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BC360-ACD8-EAA5-C33B-D1132B4D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602AE-918E-06FE-1569-8514336C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0C17E-6DFE-A944-2462-C422D91C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59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D5A3-CE2D-C592-5EC9-05023AAB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5B158-B5FE-2F06-2376-AE479D33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2314E-BFC3-82E4-FCF9-20BC6F20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1FF1-021A-CE80-5631-47DA6AD1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0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ED6BE-3EA2-9ED0-F6F4-546CB761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908DBD-88EA-AEC5-5EBE-19686ADD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7FFB1-90F5-CD0F-BAA3-1958A333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19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E4F1-BFA3-F01F-18FC-4FCF72D9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E3E82-1913-3186-7637-4DB22BB6F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C5E12-A403-0064-5E08-D468E350D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90F98-A56D-A21A-3165-63CC8932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C0CC7-59AA-F4E8-D100-EAE99170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17C0A-912A-2E17-37C0-7ED86162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4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97B1-17E4-41A2-88D3-52B8D017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68C26-F091-BE17-9EF3-41F19D903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F663C-161E-1D53-EAE7-E820076AE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259AE-54BE-5112-2D9B-14AE1E1E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D34C9-078C-28F1-B6C1-1E90C5F6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E6C96-6B4D-2615-BC63-809BF400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57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3282-EEF9-2A4B-2571-C62E6ED4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8B1BD-C755-716F-92A0-D513991F8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DEA4D-1BFC-202E-D02A-9C2760C6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D29BB-6755-48F0-8C57-8C1FD99B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DEC3A-F98C-568A-E7F2-1192AB20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0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15715-361D-A6B2-96BF-49F58A10C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AE918-BC63-89DF-748C-9FD44CFD6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DE59C-DB16-4767-B719-E0F7BD7D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B9B31-3029-E516-C8AC-AE10B434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F4540-0A80-A218-E299-37AF9F56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8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DAC8B-A8B9-03FE-D950-E82A9CF2B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7D6A-9B4C-B1F9-2C2A-3FAA4FBA9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1FFDC-C12A-86B3-7F00-F7DCBA255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C76FE-A954-4332-98E3-FCAF1D91A11E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EF798-4C7E-BAD3-BD38-65DC1B7F0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A689E-DB8F-6F64-8594-10DA8BEA8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178DB-FC80-4401-92F8-E23EAD128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47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829E-63D9-F63A-C700-B261F9C84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7" y="776749"/>
            <a:ext cx="9242323" cy="142567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Ingestion &amp; Parameter Interpretation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(Weeks 1–2)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deliverables</a:t>
            </a:r>
            <a:b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49F790-7D82-CE86-2977-759D90374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219745"/>
              </p:ext>
            </p:extLst>
          </p:nvPr>
        </p:nvGraphicFramePr>
        <p:xfrm>
          <a:off x="2209800" y="2920179"/>
          <a:ext cx="9144000" cy="1995515"/>
        </p:xfrm>
        <a:graphic>
          <a:graphicData uri="http://schemas.openxmlformats.org/drawingml/2006/table">
            <a:tbl>
              <a:tblPr/>
              <a:tblGrid>
                <a:gridCol w="9144000">
                  <a:extLst>
                    <a:ext uri="{9D8B030D-6E8A-4147-A177-3AD203B41FA5}">
                      <a16:colId xmlns:a16="http://schemas.microsoft.com/office/drawing/2014/main" val="3085907954"/>
                    </a:ext>
                  </a:extLst>
                </a:gridCol>
              </a:tblGrid>
              <a:tr h="399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762250"/>
                  </a:ext>
                </a:extLst>
              </a:tr>
              <a:tr h="399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79279"/>
                  </a:ext>
                </a:extLst>
              </a:tr>
              <a:tr h="399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594756"/>
                  </a:ext>
                </a:extLst>
              </a:tr>
              <a:tr h="399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672992"/>
                  </a:ext>
                </a:extLst>
              </a:tr>
              <a:tr h="399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35011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1B2D0C2-3D14-B008-B1F0-ADA48FC9BC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547689"/>
            <a:ext cx="9144001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ctr"/>
            <a:r>
              <a:rPr lang="en-IN" dirty="0"/>
              <a:t>Files</a:t>
            </a:r>
          </a:p>
          <a:p>
            <a:pPr fontAlgn="ctr"/>
            <a:r>
              <a:rPr lang="en-IN" dirty="0"/>
              <a:t>01_data_ingestion.ipynb</a:t>
            </a:r>
          </a:p>
          <a:p>
            <a:pPr fontAlgn="ctr"/>
            <a:r>
              <a:rPr lang="en-IN" dirty="0"/>
              <a:t>blood_report_parser.py</a:t>
            </a:r>
          </a:p>
          <a:p>
            <a:pPr fontAlgn="ctr"/>
            <a:r>
              <a:rPr lang="en-IN" dirty="0" err="1"/>
              <a:t>parameter_ranges.json</a:t>
            </a:r>
            <a:endParaRPr lang="en-IN" dirty="0"/>
          </a:p>
          <a:p>
            <a:pPr fontAlgn="ctr"/>
            <a:r>
              <a:rPr lang="en-IN" dirty="0"/>
              <a:t>model1_parameter_interpreter.py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68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2645-2640-7DB3-D2D1-AC1E3D76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5985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FABDE-77B4-CB88-1EC6-2485CA467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432"/>
            <a:ext cx="10515600" cy="55575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How all files connect</a:t>
            </a:r>
          </a:p>
          <a:p>
            <a:pPr marL="0" indent="0">
              <a:buNone/>
            </a:pPr>
            <a:r>
              <a:rPr lang="en-IN" dirty="0"/>
              <a:t>01_data_ingestion.ipynb (</a:t>
            </a:r>
            <a:r>
              <a:rPr lang="en-US" dirty="0"/>
              <a:t>This is the driver file)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|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blood_report_parser.py (</a:t>
            </a:r>
            <a:r>
              <a:rPr lang="en-US" dirty="0"/>
              <a:t>This is our AI lab assistant that reads reports)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|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 err="1"/>
              <a:t>parameter_ranges.json</a:t>
            </a:r>
            <a:r>
              <a:rPr lang="en-IN" dirty="0"/>
              <a:t> (</a:t>
            </a:r>
            <a:r>
              <a:rPr lang="en-US" dirty="0"/>
              <a:t>This is the doctor’s handbook for our AI)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|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model1_parameter_interpreter.py </a:t>
            </a:r>
            <a:r>
              <a:rPr lang="en-US" dirty="0"/>
              <a:t>(This is the junior doctor of our system)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45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6C06-88ED-752A-A269-8DCEC371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 Input Interface &amp; Parser</a:t>
            </a:r>
            <a:br>
              <a:rPr lang="en-IN" dirty="0"/>
            </a:br>
            <a:r>
              <a:rPr lang="en-IN" sz="1600" dirty="0"/>
              <a:t>01_data_ingestion.ipynb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B67FA-E0AD-F09D-FD41-45BB963C1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pdfplumber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extract_text</a:t>
            </a:r>
            <a:r>
              <a:rPr lang="en-IN" dirty="0"/>
              <a:t>(</a:t>
            </a:r>
            <a:r>
              <a:rPr lang="en-IN" dirty="0" err="1"/>
              <a:t>pdf_path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    text=""</a:t>
            </a:r>
          </a:p>
          <a:p>
            <a:pPr marL="0" indent="0">
              <a:buNone/>
            </a:pPr>
            <a:r>
              <a:rPr lang="en-IN" dirty="0"/>
              <a:t>    with </a:t>
            </a:r>
            <a:r>
              <a:rPr lang="en-IN" dirty="0" err="1"/>
              <a:t>pdfplumber.open</a:t>
            </a:r>
            <a:r>
              <a:rPr lang="en-IN" dirty="0"/>
              <a:t>(</a:t>
            </a:r>
            <a:r>
              <a:rPr lang="en-IN" dirty="0" err="1"/>
              <a:t>pdf_path</a:t>
            </a:r>
            <a:r>
              <a:rPr lang="en-IN" dirty="0"/>
              <a:t>) as pdf:</a:t>
            </a:r>
          </a:p>
          <a:p>
            <a:pPr marL="0" indent="0">
              <a:buNone/>
            </a:pPr>
            <a:r>
              <a:rPr lang="en-IN" dirty="0"/>
              <a:t>        for page in </a:t>
            </a:r>
            <a:r>
              <a:rPr lang="en-IN" dirty="0" err="1"/>
              <a:t>pdf.pages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         text+=</a:t>
            </a:r>
            <a:r>
              <a:rPr lang="en-IN" dirty="0" err="1"/>
              <a:t>page.extract_text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return text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raw_text</a:t>
            </a:r>
            <a:r>
              <a:rPr lang="en-IN" dirty="0"/>
              <a:t> = </a:t>
            </a:r>
            <a:r>
              <a:rPr lang="en-IN" dirty="0" err="1"/>
              <a:t>extract_text</a:t>
            </a:r>
            <a:r>
              <a:rPr lang="en-IN" dirty="0"/>
              <a:t>("sample_blood_report.pdf")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raw_text</a:t>
            </a:r>
            <a:r>
              <a:rPr lang="en-IN" dirty="0"/>
              <a:t>[:500])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Our system must read blood reports in PDF format and extract values automatically.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87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4093-AA56-A3E9-B1D1-E2F2D0ADF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>
            <a:normAutofit/>
          </a:bodyPr>
          <a:lstStyle/>
          <a:p>
            <a:r>
              <a:rPr lang="en-IN" sz="2800" dirty="0"/>
              <a:t>2️⃣ Data Extraction Engine (OCR + Regex)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2902-019A-4394-790B-D8586729B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6"/>
            <a:ext cx="10515600" cy="497742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4400" dirty="0"/>
              <a:t>import re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patterns = {</a:t>
            </a:r>
          </a:p>
          <a:p>
            <a:pPr marL="0" indent="0">
              <a:buNone/>
            </a:pPr>
            <a:r>
              <a:rPr lang="en-IN" sz="4400" dirty="0"/>
              <a:t>    "</a:t>
            </a:r>
            <a:r>
              <a:rPr lang="en-IN" sz="4400" dirty="0" err="1"/>
              <a:t>hemoglobin</a:t>
            </a:r>
            <a:r>
              <a:rPr lang="en-IN" sz="4400" dirty="0"/>
              <a:t>": </a:t>
            </a:r>
            <a:r>
              <a:rPr lang="en-IN" sz="4400" dirty="0" err="1"/>
              <a:t>r"Hemoglobin</a:t>
            </a:r>
            <a:r>
              <a:rPr lang="en-IN" sz="4400" dirty="0"/>
              <a:t>\s+([\d.]+)",</a:t>
            </a:r>
          </a:p>
          <a:p>
            <a:pPr marL="0" indent="0">
              <a:buNone/>
            </a:pPr>
            <a:r>
              <a:rPr lang="en-IN" sz="4400" dirty="0"/>
              <a:t>    "glucose": </a:t>
            </a:r>
            <a:r>
              <a:rPr lang="en-IN" sz="4400" dirty="0" err="1"/>
              <a:t>r"Glucose</a:t>
            </a:r>
            <a:r>
              <a:rPr lang="en-IN" sz="4400" dirty="0"/>
              <a:t>\s+([\d.]+)",</a:t>
            </a:r>
          </a:p>
          <a:p>
            <a:pPr marL="0" indent="0">
              <a:buNone/>
            </a:pPr>
            <a:r>
              <a:rPr lang="en-IN" sz="4400" dirty="0"/>
              <a:t>    "cholesterol": </a:t>
            </a:r>
            <a:r>
              <a:rPr lang="en-IN" sz="4400" dirty="0" err="1"/>
              <a:t>r"Cholesterol</a:t>
            </a:r>
            <a:r>
              <a:rPr lang="en-IN" sz="4400" dirty="0"/>
              <a:t>\s+([\d.]+)"</a:t>
            </a:r>
          </a:p>
          <a:p>
            <a:pPr marL="0" indent="0">
              <a:buNone/>
            </a:pPr>
            <a:r>
              <a:rPr lang="en-IN" sz="4400" dirty="0"/>
              <a:t>}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def </a:t>
            </a:r>
            <a:r>
              <a:rPr lang="en-IN" sz="4400" dirty="0" err="1"/>
              <a:t>extract_parameters</a:t>
            </a:r>
            <a:r>
              <a:rPr lang="en-IN" sz="4400" dirty="0"/>
              <a:t>(text):</a:t>
            </a:r>
          </a:p>
          <a:p>
            <a:pPr marL="0" indent="0">
              <a:buNone/>
            </a:pPr>
            <a:r>
              <a:rPr lang="en-IN" sz="4400" dirty="0"/>
              <a:t>    results={}</a:t>
            </a:r>
          </a:p>
          <a:p>
            <a:pPr marL="0" indent="0">
              <a:buNone/>
            </a:pPr>
            <a:r>
              <a:rPr lang="en-IN" sz="4400" dirty="0"/>
              <a:t>    for </a:t>
            </a:r>
            <a:r>
              <a:rPr lang="en-IN" sz="4400" dirty="0" err="1"/>
              <a:t>param,pattern</a:t>
            </a:r>
            <a:r>
              <a:rPr lang="en-IN" sz="4400" dirty="0"/>
              <a:t> in </a:t>
            </a:r>
            <a:r>
              <a:rPr lang="en-IN" sz="4400" dirty="0" err="1"/>
              <a:t>patterns.items</a:t>
            </a:r>
            <a:r>
              <a:rPr lang="en-IN" sz="4400" dirty="0"/>
              <a:t>():</a:t>
            </a:r>
          </a:p>
          <a:p>
            <a:pPr marL="0" indent="0">
              <a:buNone/>
            </a:pPr>
            <a:r>
              <a:rPr lang="en-IN" sz="4400" dirty="0"/>
              <a:t>        match=</a:t>
            </a:r>
            <a:r>
              <a:rPr lang="en-IN" sz="4400" dirty="0" err="1"/>
              <a:t>re.search</a:t>
            </a:r>
            <a:r>
              <a:rPr lang="en-IN" sz="4400" dirty="0"/>
              <a:t>(</a:t>
            </a:r>
            <a:r>
              <a:rPr lang="en-IN" sz="4400" dirty="0" err="1"/>
              <a:t>pattern,text,re.IGNORECASE</a:t>
            </a:r>
            <a:r>
              <a:rPr lang="en-IN" sz="4400" dirty="0"/>
              <a:t>)</a:t>
            </a:r>
          </a:p>
          <a:p>
            <a:pPr marL="0" indent="0">
              <a:buNone/>
            </a:pPr>
            <a:r>
              <a:rPr lang="en-IN" sz="4400" dirty="0"/>
              <a:t>        if match:</a:t>
            </a:r>
          </a:p>
          <a:p>
            <a:pPr marL="0" indent="0">
              <a:buNone/>
            </a:pPr>
            <a:r>
              <a:rPr lang="en-IN" sz="4400" dirty="0"/>
              <a:t>            results[param]=float(</a:t>
            </a:r>
            <a:r>
              <a:rPr lang="en-IN" sz="4400" dirty="0" err="1"/>
              <a:t>match.group</a:t>
            </a:r>
            <a:r>
              <a:rPr lang="en-IN" sz="4400" dirty="0"/>
              <a:t>(1))</a:t>
            </a:r>
          </a:p>
          <a:p>
            <a:pPr marL="0" indent="0">
              <a:buNone/>
            </a:pPr>
            <a:r>
              <a:rPr lang="en-IN" sz="4400" dirty="0"/>
              <a:t>    return results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params = </a:t>
            </a:r>
            <a:r>
              <a:rPr lang="en-IN" sz="4400" dirty="0" err="1"/>
              <a:t>extract_parameters</a:t>
            </a:r>
            <a:r>
              <a:rPr lang="en-IN" sz="4400" dirty="0"/>
              <a:t>(</a:t>
            </a:r>
            <a:r>
              <a:rPr lang="en-IN" sz="4400" dirty="0" err="1"/>
              <a:t>raw_text</a:t>
            </a:r>
            <a:r>
              <a:rPr lang="en-IN" sz="4400" dirty="0"/>
              <a:t>)</a:t>
            </a:r>
          </a:p>
          <a:p>
            <a:pPr marL="0" indent="0">
              <a:buNone/>
            </a:pPr>
            <a:r>
              <a:rPr lang="en-IN" sz="4400" dirty="0"/>
              <a:t>print(params)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48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6B25-9177-FE2F-F066-1B3A3244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3️⃣ Data Validation &amp; Standardization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5C32-0A60-ABCD-0BDC-0F1E2152D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 validate(params):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k,v</a:t>
            </a:r>
            <a:r>
              <a:rPr lang="en-US" dirty="0"/>
              <a:t> in </a:t>
            </a:r>
            <a:r>
              <a:rPr lang="en-US" dirty="0" err="1"/>
              <a:t>params.items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if v&lt;=0 or v&gt;500:</a:t>
            </a:r>
          </a:p>
          <a:p>
            <a:pPr marL="0" indent="0">
              <a:buNone/>
            </a:pPr>
            <a:r>
              <a:rPr lang="en-US" dirty="0"/>
              <a:t>            params[k]=None</a:t>
            </a:r>
          </a:p>
          <a:p>
            <a:pPr marL="0" indent="0">
              <a:buNone/>
            </a:pPr>
            <a:r>
              <a:rPr lang="en-US" dirty="0"/>
              <a:t>    return params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params = validate(params)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82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3785-B4DF-B9F6-86A7-5F26CCB9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Parameter Reference 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103C6-CD84-5CC7-298E-9C9FD6015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Create file </a:t>
            </a:r>
            <a:r>
              <a:rPr lang="en-IN" dirty="0" err="1"/>
              <a:t>parameter_ranges.json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"hemoglobin": {"low": 12, "high": 16},</a:t>
            </a:r>
          </a:p>
          <a:p>
            <a:pPr marL="0" indent="0">
              <a:buNone/>
            </a:pPr>
            <a:r>
              <a:rPr lang="en-US" dirty="0"/>
              <a:t>  "glucose": {"low": 70, "high": 110},</a:t>
            </a:r>
          </a:p>
          <a:p>
            <a:pPr marL="0" indent="0">
              <a:buNone/>
            </a:pPr>
            <a:r>
              <a:rPr lang="en-US" dirty="0"/>
              <a:t>  "cholesterol": {"low": 125, "high": 200}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83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2CFC-61E4-1F8A-61C1-798A1278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5️⃣ Model-1: Parameter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B8E79-29C0-949C-740D-1E9F1D938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model1_parameter_interpreter.py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json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ranges=</a:t>
            </a:r>
            <a:r>
              <a:rPr lang="en-IN" dirty="0" err="1"/>
              <a:t>json.load</a:t>
            </a:r>
            <a:r>
              <a:rPr lang="en-IN" dirty="0"/>
              <a:t>(open("</a:t>
            </a:r>
            <a:r>
              <a:rPr lang="en-IN" dirty="0" err="1"/>
              <a:t>parameter_ranges.json</a:t>
            </a:r>
            <a:r>
              <a:rPr lang="en-IN" dirty="0"/>
              <a:t>"))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def classify(</a:t>
            </a:r>
            <a:r>
              <a:rPr lang="en-IN" dirty="0" err="1"/>
              <a:t>param,value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    r=ranges[param]</a:t>
            </a:r>
          </a:p>
          <a:p>
            <a:pPr marL="0" indent="0">
              <a:buNone/>
            </a:pPr>
            <a:r>
              <a:rPr lang="en-IN" dirty="0"/>
              <a:t>    if value&lt;r["low"]:</a:t>
            </a:r>
          </a:p>
          <a:p>
            <a:pPr marL="0" indent="0">
              <a:buNone/>
            </a:pPr>
            <a:r>
              <a:rPr lang="en-IN" dirty="0"/>
              <a:t>        return "Low"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elif</a:t>
            </a:r>
            <a:r>
              <a:rPr lang="en-IN" dirty="0"/>
              <a:t> value&gt;r["high"]:</a:t>
            </a:r>
          </a:p>
          <a:p>
            <a:pPr marL="0" indent="0">
              <a:buNone/>
            </a:pPr>
            <a:r>
              <a:rPr lang="en-IN" dirty="0"/>
              <a:t>        return "High"</a:t>
            </a:r>
          </a:p>
          <a:p>
            <a:pPr marL="0" indent="0">
              <a:buNone/>
            </a:pPr>
            <a:r>
              <a:rPr lang="en-IN" dirty="0"/>
              <a:t>    else:</a:t>
            </a:r>
          </a:p>
          <a:p>
            <a:pPr marL="0" indent="0">
              <a:buNone/>
            </a:pPr>
            <a:r>
              <a:rPr lang="en-IN" dirty="0"/>
              <a:t>        return "Normal"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</a:t>
            </a:r>
            <a:r>
              <a:rPr lang="en-IN" dirty="0" err="1"/>
              <a:t>p,v</a:t>
            </a:r>
            <a:r>
              <a:rPr lang="en-IN" dirty="0"/>
              <a:t> in </a:t>
            </a:r>
            <a:r>
              <a:rPr lang="en-IN" dirty="0" err="1"/>
              <a:t>params.items</a:t>
            </a:r>
            <a:r>
              <a:rPr lang="en-IN" dirty="0"/>
              <a:t>():</a:t>
            </a:r>
          </a:p>
          <a:p>
            <a:pPr marL="0" indent="0">
              <a:buNone/>
            </a:pPr>
            <a:r>
              <a:rPr lang="en-IN" dirty="0"/>
              <a:t>    print(p, classify(</a:t>
            </a:r>
            <a:r>
              <a:rPr lang="en-IN" dirty="0" err="1"/>
              <a:t>p,v</a:t>
            </a:r>
            <a:r>
              <a:rPr lang="en-IN" dirty="0"/>
              <a:t>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61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6B59-2A42-7758-91ED-46D1CEA5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E636-B256-0D66-2DC9-55C9ED1B1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b="1" dirty="0"/>
              <a:t>Step-1: Input PDF</a:t>
            </a:r>
          </a:p>
          <a:p>
            <a:r>
              <a:rPr lang="en-IN" dirty="0"/>
              <a:t>Students upload</a:t>
            </a:r>
            <a:br>
              <a:rPr lang="en-IN" dirty="0"/>
            </a:br>
            <a:r>
              <a:rPr lang="en-IN" dirty="0"/>
              <a:t>sample_blood_report.pdf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Step-2: Extract text</a:t>
            </a:r>
          </a:p>
          <a:p>
            <a:r>
              <a:rPr lang="en-IN" dirty="0"/>
              <a:t>text = </a:t>
            </a:r>
            <a:r>
              <a:rPr lang="en-IN" dirty="0" err="1"/>
              <a:t>extract_text</a:t>
            </a:r>
            <a:r>
              <a:rPr lang="en-IN" dirty="0"/>
              <a:t>("sample_blood_report.pdf")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Step-3: Extract parameters</a:t>
            </a:r>
          </a:p>
          <a:p>
            <a:r>
              <a:rPr lang="en-IN" dirty="0"/>
              <a:t>params = </a:t>
            </a:r>
            <a:r>
              <a:rPr lang="en-IN" dirty="0" err="1"/>
              <a:t>extract_parameters</a:t>
            </a:r>
            <a:r>
              <a:rPr lang="en-IN" dirty="0"/>
              <a:t>(text)</a:t>
            </a:r>
          </a:p>
          <a:p>
            <a:r>
              <a:rPr lang="en-IN" dirty="0"/>
              <a:t>print(params)</a:t>
            </a:r>
          </a:p>
          <a:p>
            <a:r>
              <a:rPr lang="en-IN" dirty="0"/>
              <a:t>Output:</a:t>
            </a:r>
          </a:p>
          <a:p>
            <a:r>
              <a:rPr lang="en-IN" dirty="0"/>
              <a:t>{'</a:t>
            </a:r>
            <a:r>
              <a:rPr lang="en-IN" dirty="0" err="1"/>
              <a:t>hemoglobin</a:t>
            </a:r>
            <a:r>
              <a:rPr lang="en-IN" dirty="0"/>
              <a:t>': 11.2, 'glucose':130, 'cholesterol':220}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Step-4: Save as dataset (CSV)</a:t>
            </a:r>
          </a:p>
          <a:p>
            <a:r>
              <a:rPr lang="en-IN" dirty="0"/>
              <a:t>import pandas as pd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([params])</a:t>
            </a:r>
          </a:p>
          <a:p>
            <a:r>
              <a:rPr lang="en-IN" dirty="0" err="1"/>
              <a:t>df.to_csv</a:t>
            </a:r>
            <a:r>
              <a:rPr lang="en-IN" dirty="0"/>
              <a:t>("</a:t>
            </a:r>
            <a:r>
              <a:rPr lang="en-IN" dirty="0" err="1"/>
              <a:t>blood_parameters.csv",index</a:t>
            </a:r>
            <a:r>
              <a:rPr lang="en-IN" dirty="0"/>
              <a:t>=False)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31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638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Data Ingestion &amp; Parameter Interpretation (Weeks 1–2) Final deliverables </vt:lpstr>
      <vt:lpstr> </vt:lpstr>
      <vt:lpstr>1️⃣ Input Interface &amp; Parser 01_data_ingestion.ipynb</vt:lpstr>
      <vt:lpstr>2️⃣ Data Extraction Engine (OCR + Regex)</vt:lpstr>
      <vt:lpstr>3️⃣ Data Validation &amp; Standardization</vt:lpstr>
      <vt:lpstr>4️⃣ Parameter Reference Ranges</vt:lpstr>
      <vt:lpstr>5️⃣ Model-1: Parameter Interpretation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Hemalatha Vigneshwar</dc:creator>
  <cp:lastModifiedBy>Hemalatha Vigneshwar</cp:lastModifiedBy>
  <cp:revision>2</cp:revision>
  <dcterms:created xsi:type="dcterms:W3CDTF">2025-12-30T07:53:28Z</dcterms:created>
  <dcterms:modified xsi:type="dcterms:W3CDTF">2025-12-30T08:11:12Z</dcterms:modified>
</cp:coreProperties>
</file>